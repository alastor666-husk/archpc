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1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0045E99-9167-4374-A1AA-3CAF0E8EE057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21D1981-5765-4C89-A878-620D4CD3DEBC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82407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5E99-9167-4374-A1AA-3CAF0E8EE057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1981-5765-4C89-A878-620D4CD3D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173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0045E99-9167-4374-A1AA-3CAF0E8EE057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21D1981-5765-4C89-A878-620D4CD3DEB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20232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5E99-9167-4374-A1AA-3CAF0E8EE057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1981-5765-4C89-A878-620D4CD3D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763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5E99-9167-4374-A1AA-3CAF0E8EE057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1981-5765-4C89-A878-620D4CD3D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725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5E99-9167-4374-A1AA-3CAF0E8EE057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1981-5765-4C89-A878-620D4CD3D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91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5E99-9167-4374-A1AA-3CAF0E8EE057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1981-5765-4C89-A878-620D4CD3D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502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40045E99-9167-4374-A1AA-3CAF0E8EE057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621D1981-5765-4C89-A878-620D4CD3DEBC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65786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40045E99-9167-4374-A1AA-3CAF0E8EE057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621D1981-5765-4C89-A878-620D4CD3D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959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5E99-9167-4374-A1AA-3CAF0E8EE057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1981-5765-4C89-A878-620D4CD3D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1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5E99-9167-4374-A1AA-3CAF0E8EE057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D1981-5765-4C89-A878-620D4CD3DE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709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0045E99-9167-4374-A1AA-3CAF0E8EE057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21D1981-5765-4C89-A878-620D4CD3DEBC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14156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46526-F09D-4867-A96A-868D25FFB8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Технология </a:t>
            </a:r>
            <a:r>
              <a:rPr lang="en-US" dirty="0"/>
              <a:t>Hyper-reading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057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4D43DB-4A31-460B-AA1F-19B860690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" y="309489"/>
            <a:ext cx="10297551" cy="606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05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34AA98-9D4F-471F-9C53-255F86582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37" y="618977"/>
            <a:ext cx="10761785" cy="583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0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D46526-F09D-4867-A96A-868D25FFB8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Режимы работы процессора</a:t>
            </a:r>
          </a:p>
        </p:txBody>
      </p:sp>
    </p:spTree>
    <p:extLst>
      <p:ext uri="{BB962C8B-B14F-4D97-AF65-F5344CB8AC3E}">
        <p14:creationId xmlns:p14="http://schemas.microsoft.com/office/powerpoint/2010/main" val="34482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E69F9E-1111-42E9-9A4D-9D64B504F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534572"/>
            <a:ext cx="10030265" cy="595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58351"/>
      </p:ext>
    </p:extLst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25</TotalTime>
  <Words>5</Words>
  <Application>Microsoft Office PowerPoint</Application>
  <PresentationFormat>Широкоэкранный</PresentationFormat>
  <Paragraphs>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Corbel</vt:lpstr>
      <vt:lpstr>Gill Sans MT</vt:lpstr>
      <vt:lpstr>Impact</vt:lpstr>
      <vt:lpstr>Эмблема</vt:lpstr>
      <vt:lpstr>Технология Hyper-reading</vt:lpstr>
      <vt:lpstr>Презентация PowerPoint</vt:lpstr>
      <vt:lpstr>Презентация PowerPoint</vt:lpstr>
      <vt:lpstr>Режимы работы процессора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Динамическое исполнение</dc:title>
  <dc:creator>Кирилл</dc:creator>
  <cp:lastModifiedBy>Кирилл</cp:lastModifiedBy>
  <cp:revision>2</cp:revision>
  <dcterms:created xsi:type="dcterms:W3CDTF">2025-10-30T16:50:04Z</dcterms:created>
  <dcterms:modified xsi:type="dcterms:W3CDTF">2025-10-31T19:35:44Z</dcterms:modified>
</cp:coreProperties>
</file>