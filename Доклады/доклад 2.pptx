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65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50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13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93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46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90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11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2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14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97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71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070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715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834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798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28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5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D38FF-1E5F-4308-BF03-E0E36CED878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2B304-95CC-474F-810E-004D5C7597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714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24BF3-B64D-403D-BE58-736B6BF8E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Типы интерфейсов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556D02-2BC2-48AC-8011-32BA0EFD55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Последовательный, параллельный, радиальный. Принцип организации интерфейсов.</a:t>
            </a:r>
          </a:p>
        </p:txBody>
      </p:sp>
    </p:spTree>
    <p:extLst>
      <p:ext uri="{BB962C8B-B14F-4D97-AF65-F5344CB8AC3E}">
        <p14:creationId xmlns:p14="http://schemas.microsoft.com/office/powerpoint/2010/main" val="57637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2AABE-7AEF-406C-A98C-535493C76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752" y="272003"/>
            <a:ext cx="3670495" cy="1293028"/>
          </a:xfrm>
        </p:spPr>
        <p:txBody>
          <a:bodyPr/>
          <a:lstStyle/>
          <a:p>
            <a:r>
              <a:rPr lang="ru-RU" dirty="0"/>
              <a:t>интерфейсы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60CCCA-6E22-4FB2-8E9F-81C72F6F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33" y="1294275"/>
            <a:ext cx="4084319" cy="30632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5924F4-5508-45B1-BC0E-D5D385FD2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57" y="1214538"/>
            <a:ext cx="4120180" cy="322271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EAC7D1-C3F6-467C-AC90-417F0CE16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277" y="1536058"/>
            <a:ext cx="2955446" cy="492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4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3A4104-DFC7-4BB6-A03C-0F60D7E77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997" y="1596390"/>
            <a:ext cx="8314006" cy="4649958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BFBF472-03C2-41C7-9569-90E69D302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712" y="168812"/>
            <a:ext cx="2388576" cy="1283678"/>
          </a:xfrm>
        </p:spPr>
        <p:txBody>
          <a:bodyPr/>
          <a:lstStyle/>
          <a:p>
            <a:r>
              <a:rPr lang="ru-RU" dirty="0"/>
              <a:t>кнопки</a:t>
            </a:r>
          </a:p>
        </p:txBody>
      </p:sp>
    </p:spTree>
    <p:extLst>
      <p:ext uri="{BB962C8B-B14F-4D97-AF65-F5344CB8AC3E}">
        <p14:creationId xmlns:p14="http://schemas.microsoft.com/office/powerpoint/2010/main" val="261168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5FF93-706A-49FE-8A5A-40624296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793" y="189914"/>
            <a:ext cx="1904413" cy="1269610"/>
          </a:xfrm>
        </p:spPr>
        <p:txBody>
          <a:bodyPr/>
          <a:lstStyle/>
          <a:p>
            <a:r>
              <a:rPr lang="ru-RU" dirty="0"/>
              <a:t>меню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B41E60-EA9C-4406-BF6E-39C9E5C72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10" y="1459524"/>
            <a:ext cx="9686778" cy="489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8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27DF-6A89-4B56-91A4-2E297DF2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146" y="365760"/>
            <a:ext cx="4753708" cy="1325881"/>
          </a:xfrm>
        </p:spPr>
        <p:txBody>
          <a:bodyPr/>
          <a:lstStyle/>
          <a:p>
            <a:r>
              <a:rPr lang="ru-RU" dirty="0"/>
              <a:t>Текстовые поля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04034D-F6C8-4C3E-B296-08DF5276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987" y="1801945"/>
            <a:ext cx="9171691" cy="428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8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BFB51-FCB5-409B-B26D-D9AD88C3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697" y="112542"/>
            <a:ext cx="2446605" cy="1311814"/>
          </a:xfrm>
        </p:spPr>
        <p:txBody>
          <a:bodyPr/>
          <a:lstStyle/>
          <a:p>
            <a:r>
              <a:rPr lang="ru-RU" dirty="0"/>
              <a:t>иконки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DAFF34-4F48-406E-BEDF-0437A40FF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0142" y="0"/>
            <a:ext cx="801858" cy="8018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CDEB12-4780-46C2-A1E0-6B54FEA99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4" y="1167618"/>
            <a:ext cx="10236591" cy="543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5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E2D27-F6EA-445B-922C-ACE50464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36" y="637764"/>
            <a:ext cx="10675328" cy="1293028"/>
          </a:xfrm>
        </p:spPr>
        <p:txBody>
          <a:bodyPr>
            <a:normAutofit/>
          </a:bodyPr>
          <a:lstStyle/>
          <a:p>
            <a:r>
              <a:rPr lang="ru-RU" dirty="0"/>
              <a:t>Последовательный и параллельный интерфейс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BB5AF3-28B2-4DE1-99EB-134CF8201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362" y="2115654"/>
            <a:ext cx="9833317" cy="410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1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8F02B-F308-435D-8837-0B5B534C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663" y="639315"/>
            <a:ext cx="7032674" cy="1293028"/>
          </a:xfrm>
        </p:spPr>
        <p:txBody>
          <a:bodyPr/>
          <a:lstStyle/>
          <a:p>
            <a:r>
              <a:rPr lang="ru-RU" dirty="0"/>
              <a:t>Радиальный 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03D340-6735-458B-B400-A992180EF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9" y="1932343"/>
            <a:ext cx="10353821" cy="437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44241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42</TotalTime>
  <Words>24</Words>
  <Application>Microsoft Office PowerPoint</Application>
  <PresentationFormat>Широкоэкранный</PresentationFormat>
  <Paragraphs>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След самолета</vt:lpstr>
      <vt:lpstr>Типы интерфейсов</vt:lpstr>
      <vt:lpstr>интерфейсы</vt:lpstr>
      <vt:lpstr>кнопки</vt:lpstr>
      <vt:lpstr>меню</vt:lpstr>
      <vt:lpstr>Текстовые поля</vt:lpstr>
      <vt:lpstr>иконки</vt:lpstr>
      <vt:lpstr>Последовательный и параллельный интерфейс</vt:lpstr>
      <vt:lpstr>Радиальный интерфейс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интерфейсов</dc:title>
  <dc:creator>Кирилл</dc:creator>
  <cp:lastModifiedBy>Кирилл</cp:lastModifiedBy>
  <cp:revision>1</cp:revision>
  <dcterms:created xsi:type="dcterms:W3CDTF">2025-11-23T19:26:40Z</dcterms:created>
  <dcterms:modified xsi:type="dcterms:W3CDTF">2025-11-23T20:09:33Z</dcterms:modified>
</cp:coreProperties>
</file>